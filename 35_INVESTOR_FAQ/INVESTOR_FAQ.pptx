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Investor Faq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TIMEFLUX | Category: BRAIN_COMPUTER_INTERFACE</a:t>
            </a:r>
          </a:p>
          <a:p>
            <a:r>
              <a:rPr sz="1400"/>
              <a:t>Upstream: https://github.com/nicedoc/timeflux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investor faq for the Anticloud integration of TIMEFLUX.</a:t>
            </a:r>
          </a:p>
          <a:p>
            <a:r>
              <a:rPr sz="1400"/>
              <a:t>Real-time BCI signal processing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TIMEFLUX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